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58" r:id="rId6"/>
    <p:sldId id="260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2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14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1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8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2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5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8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07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0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2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B46A0-D13F-44F4-8F73-7279AEABFE4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280D4-1FC5-4E1B-832E-DC764AB36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9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9115" y="596347"/>
            <a:ext cx="1091979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ICT1442 – COMPUTER NETWORKS 1 </a:t>
            </a:r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4000" b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ICT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Education, Humanity 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Social Sciences </a:t>
            </a:r>
          </a:p>
          <a:p>
            <a:pPr algn="r">
              <a:lnSpc>
                <a:spcPct val="150000"/>
              </a:lnSpc>
            </a:pPr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EDEN UNIVERSITY</a:t>
            </a:r>
          </a:p>
        </p:txBody>
      </p:sp>
    </p:spTree>
    <p:extLst>
      <p:ext uri="{BB962C8B-B14F-4D97-AF65-F5344CB8AC3E}">
        <p14:creationId xmlns:p14="http://schemas.microsoft.com/office/powerpoint/2010/main" val="1740273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0505" y="2409447"/>
            <a:ext cx="9448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and Structures</a:t>
            </a:r>
            <a:endParaRPr lang="en-US" sz="44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97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75861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-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Single-Mode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5860"/>
            <a:ext cx="10515600" cy="618214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vs. Multimode Fibers</a:t>
            </a:r>
          </a:p>
          <a:p>
            <a:pPr marL="228600" lvl="2" algn="just">
              <a:lnSpc>
                <a:spcPct val="100000"/>
              </a:lnSpc>
              <a:spcBef>
                <a:spcPts val="1000"/>
              </a:spcBef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fibers are thin strands of glass or plastic used to transmit data as light signals over long distances.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2" algn="just">
              <a:lnSpc>
                <a:spcPct val="100000"/>
              </a:lnSpc>
              <a:spcBef>
                <a:spcPts val="1000"/>
              </a:spcBef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 in two main types: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fibers, each with different structures and uses.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Fibers:</a:t>
            </a:r>
          </a:p>
          <a:p>
            <a:pPr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Diameter: 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8-10 micrometers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(µm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core size allows only one light mode (or path) to propagate through the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at wavelengths of 1310 nm and 1550 nm, which are optimal for long-distance communication.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5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911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- Single-Mode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112"/>
            <a:ext cx="10515600" cy="616888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travels in a straight path (single mode), minimizing modal dispersion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dispersion and attenuation, which are factors that can degrade the signal over distance.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dispersion means that signals can travel longer distances without significant distortion or loss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Bandwidth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Capable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transmitting data over long distances, up to 80-100 km without the need for signal boosting.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very high bandwidth, making it ideal for high-speed data transfer.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12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-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Single-Mode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228600" lvl="1" algn="just">
              <a:spcBef>
                <a:spcPts val="1000"/>
              </a:spcBef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</a:t>
            </a:r>
          </a:p>
          <a:p>
            <a:pPr marL="685800" lvl="2" algn="just">
              <a:spcBef>
                <a:spcPts val="1000"/>
              </a:spcBef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Long-distance telecommunication,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metropolitan networks,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high-speed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transfer,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backbone, and cable television networks.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long-distance communication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capabilities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long-distance transmission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attenuation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(signal loss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lvl="1" algn="just">
              <a:lnSpc>
                <a:spcPct val="1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expensive and difficult to splice and connect compared to multimode fibers.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5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Multimode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4"/>
            <a:ext cx="10515600" cy="622189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single-mode fibers, typically around 50 to 62.5 µm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core size allows multiple modes (paths) of light to propagate simultaneously.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Propagation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modes or paths of light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propagate or enter the fiber at different angles, hence follow different paths which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cause modal dispersion.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lead to a broader pulse as the signal travels, reducing the bandwidth and limiting the distance the signal can travel effectively.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light modes cause modal dispersion, where different light paths reach the destination at different times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 limits the distance and bandwidth of the signal.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67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- Multimode Fibers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typically at wavelengths of 850 nm and 1300 nm.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Bandwidth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shorter distances (up to 2 km) and lower bandwidth applications, such as within a building or on a campus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compared to single-mode fibers, making it ideal for local area networks (LANs) and data centers.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Local Area Networks (LANs), data centers, and short-distance communication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short-distance communication, such as within buildings, 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campuses.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594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 Types - Multimode Fibers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112"/>
            <a:ext cx="10515600" cy="6168887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Easier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splice and terminate, making installation and maintenance simpler and cheaper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bandwidth due to modal dispersion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Differences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central part of the fiber where light is transmitted.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of highly pure glass or plastic.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fibers have a smaller core, whereas multimode fibers have a larger core.</a:t>
            </a:r>
          </a:p>
          <a:p>
            <a:pPr algn="just">
              <a:lnSpc>
                <a:spcPct val="100000"/>
              </a:lnSpc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766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260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Optical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-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Differences</a:t>
            </a:r>
            <a:b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2608"/>
            <a:ext cx="10515600" cy="6195391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surrounding the core that reflects light back into the core using total internal reflection.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fibers have cladding with a diameter of around 125 µm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 made of glass with a lower refractive index than the core.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protective outer layer, usually made of plastic, that provides mechanical strength and protection against environmental damage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helps prevent fiber breakage during handling and installation.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250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Profile – Step &amp;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Fibers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index profile of an optical fiber refers to how the refractive index of the core changes from the center of the core to the cladding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primary types of index profiles are step-index and graded-index.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profiles significantly impact the way light propagates through the fiber and determine the fiber's performance characteristics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Step-Index </a:t>
            </a:r>
            <a:r>
              <a:rPr 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has a uniform refractive index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 surrounds the core and has a lower refractive index, creating a sharp boundary 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refractive index between the core and cladding.</a:t>
            </a:r>
          </a:p>
        </p:txBody>
      </p:sp>
    </p:spTree>
    <p:extLst>
      <p:ext uri="{BB962C8B-B14F-4D97-AF65-F5344CB8AC3E}">
        <p14:creationId xmlns:p14="http://schemas.microsoft.com/office/powerpoint/2010/main" val="4153997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55658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Profile –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–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6591"/>
            <a:ext cx="10515600" cy="63014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Propagation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travels in a zigzag path through the core by reflecting off the core-cladding boundary at specific angles.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sharp refractive index difference causes light rays to undergo total internal reflection, keeping the light within the core.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light rays take the same path length but travel at different angles, which can cause modal dispersion in multimode step-index fibers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Step-Index Fiber: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very narrow core that allows only one mode of light to propagate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commonly used for long-distance communication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9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"/>
            <a:ext cx="10515600" cy="68911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 Profile – Step – Index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9114"/>
            <a:ext cx="10515600" cy="616888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Multimode Step-Index Fiber: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larger core that allows multiple light modes to propagate.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less common due to higher modal dispersion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applications requiring short to moderate distances, such as in simple data transmission and low-speed communication systems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easier to manufacture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basic applications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modal dispersion in multimode step-index fibers, limiting their bandwidth and distance capabilities.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121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98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Fibers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9844"/>
            <a:ext cx="10515600" cy="628815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of the core gradually decreases from the center towards the cladding in a parabolic or exponential profile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Surrounds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and has a uniform refractive index, lower than the outermost part of the core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Propagation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rays follow a curved, sinusoidal path rather than a zigzag path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 change in the refractive index causes the light rays to bend smoothly as they travel through the core, reducing the amount of modal dispersion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modes converge at nearly the same time at the output, which increases the fiber's bandwidth and performance.</a:t>
            </a:r>
          </a:p>
        </p:txBody>
      </p:sp>
    </p:spTree>
    <p:extLst>
      <p:ext uri="{BB962C8B-B14F-4D97-AF65-F5344CB8AC3E}">
        <p14:creationId xmlns:p14="http://schemas.microsoft.com/office/powerpoint/2010/main" val="2560052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6984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9844"/>
            <a:ext cx="10515600" cy="628815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multimode fibers, as the graded-index profile effectively reduces modal dispersion compared to step-index multimode fibers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Local Area Networks (LANs), data centers, and other medium-range communication systems.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modal dispersion compared to step-index multimode fibers, leading to higher bandwidth and longer effective transmission distance.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and expensive to manufacture than step-index fibers.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84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 Step-Index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Step-Index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modal dispersion, especially in multimode configurations, which limits bandwidth and distance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modal dispersion significantly, allowing for higher bandwidth and longer distances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Step-Index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bandwidth, particularly in multimode fibers, due to the spread of light paths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Fibers: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bandwidth as light paths are more synchronized, reducing pulse broadening.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748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Comparison: Step-Index vs Graded-Index Fibers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Step-Index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 Suitable for short-distance, low-bandwidth applications or simple communication systems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Fibers: Preferred for medium-distance, higher-bandwidth applications such as LANs and data centers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Step-index fibers are simpler and cheaper but are limited in bandwidth and distance due to higher modal dispersion, making them suitable for basic, short-distance applications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Graded-index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fibers are more advanced, offering better performance in terms of bandwidth and distance, making them ideal for medium-range communication systems.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33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Materials and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3340"/>
            <a:ext cx="10515600" cy="631466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fibers are constructed from materials that can transmit light efficiently with minimal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loss and distortion.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 are critical to the performance, durability, and application of the fibers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construction of optical fibers involves multiple layers that protect and enhance the performance of the fiber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Used in Optical Fibers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and Cladding Materials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Silica (Glass) Fibers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Material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High-purity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silica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₂) is the most common material for the core due to its excellent optical properties, including low attenuation and high transmission over a wide range of wavelengths.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11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Materials and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4"/>
            <a:ext cx="10515600" cy="62218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 Material: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of silica but with a slightly lower refractive index than the core, allowing total internal reflection of light within the core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Doped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Silica: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refractive index of the core can be adjusted by doping with materials such as germanium dioxide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₂), phosphorous pentoxide (P₂O₅), or boron trioxide (B₂O₃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Plastic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Fibers (POF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Made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polymethyl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methacrylate (PMMA) or other plastics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Cladding Material: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from a fluorinated polymer with a lower refractive index than the core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9920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33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Materials and Construction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3340"/>
            <a:ext cx="10515600" cy="631466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easy to handle, and cost-effective for short-distance applications.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attenuation and lower bandwidth compared to glass fibers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457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58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Optical Fibers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5860"/>
            <a:ext cx="10515600" cy="618213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central region of the fiber where light is transmitted.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High-purity silica for glass fibers; PMMA for plastic fibers.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single-mode fibers, the core is very small (about 8-10 µm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while 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multimode fibers, the core is larger (about 50-62.5 µm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Surrounds the core and has a lower refractive index to ensure total internal reflection, keeping light signals within the core.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Silica with a different dopant concentration for glass fibers; fluorinated polymers for plastic fibers.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Typically has a uniform diameter of about 125 µm in both single-mode and multimode fibers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700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586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Optical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Fibers Cont.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5860"/>
            <a:ext cx="10515600" cy="61821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Coating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Protects the core and cladding from physical damage, moisture, and other environmental factors.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mechanical strength and flexibility.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Made from materials like acrylate or silicone.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Typically consists of multiple layers, including a primary coating that is soft and cushions the fiber, and a secondary coating that is harder for additional protection.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Members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 additional mechanical strength and protect the fiber from tensile stresses during installation and operation.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Often made from materials like aramid yarn (e.g., Kevlar), steel wires, or fiberglass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264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Optical Fibers Cont.</a:t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3096"/>
            <a:ext cx="10515600" cy="6274903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Incorporated within the fiber cable structure, surrounding the coated fiber.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Jacket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outermost layer that protects the entire fiber cable from environmental factors such as abrasion, chemicals, and UV light.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Made from robust materials like polyethylene (PE), polyvinyl chloride (PVC), or other plastics.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Can be designed for specific environmental conditions, such as UV-resistant jackets for outdoor use or flame-retardant jackets for indoor use.</a:t>
            </a:r>
          </a:p>
          <a:p>
            <a:pPr algn="just"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219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5659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Optical Fiber Cables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6592"/>
            <a:ext cx="10515600" cy="630140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fiber, used for one-way data transmission.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Duplex Fiber 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fibers, used for two-way data transmission.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Ribbon Fiber 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fibers arranged in a flat ribbon, used for high-density applications.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Tube 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fibers within a gel-filled tube, providing protection against moisture and physical stress.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 Buffered Cable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is individually coated with a buffer layer, providing better handling and ease of termination.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0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2005</Words>
  <Application>Microsoft Office PowerPoint</Application>
  <PresentationFormat>Widescreen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 Optical Fiber Types - Single-Mode </vt:lpstr>
      <vt:lpstr>Optical Fiber Types - Single-Mode</vt:lpstr>
      <vt:lpstr> Optical Fiber Types - Single-Mode </vt:lpstr>
      <vt:lpstr> Optical Fiber Types - Multimode Fibers </vt:lpstr>
      <vt:lpstr>Optical Fiber Types - Multimode Fibers</vt:lpstr>
      <vt:lpstr>Optical Fiber Types - Multimode Fibers</vt:lpstr>
      <vt:lpstr> Optical Fiber Types - Structural Differences </vt:lpstr>
      <vt:lpstr>Index Profile – Step &amp; Graded-Index Fibers</vt:lpstr>
      <vt:lpstr>Index Profile – Step – Index Fibers</vt:lpstr>
      <vt:lpstr>Index Profile – Step – Index Fibers Cont.</vt:lpstr>
      <vt:lpstr>Graded-Index Fibers</vt:lpstr>
      <vt:lpstr>Graded-Index Fibers Cont.</vt:lpstr>
      <vt:lpstr>Comparison: Step-Index vs Graded-Index Fibers</vt:lpstr>
      <vt:lpstr>Comparison: Step-Index vs Graded-Index Fibers</vt:lpstr>
      <vt:lpstr>Fiber Materials and Construction</vt:lpstr>
      <vt:lpstr>Fiber Materials and Construction Cont.</vt:lpstr>
      <vt:lpstr>Fiber Materials and Construction Cont.</vt:lpstr>
      <vt:lpstr> Construction of Optical Fibers </vt:lpstr>
      <vt:lpstr> Construction of Optical Fibers Cont. </vt:lpstr>
      <vt:lpstr> Construction of Optical Fibers Cont. </vt:lpstr>
      <vt:lpstr>  Types of Optical Fiber Cables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Uncle Ryan</dc:creator>
  <cp:lastModifiedBy>Tanaka Gabriel Machakaire</cp:lastModifiedBy>
  <cp:revision>97</cp:revision>
  <dcterms:created xsi:type="dcterms:W3CDTF">2024-07-17T11:24:46Z</dcterms:created>
  <dcterms:modified xsi:type="dcterms:W3CDTF">2025-08-05T16:03:47Z</dcterms:modified>
</cp:coreProperties>
</file>