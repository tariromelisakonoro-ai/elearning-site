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  <p:sldId id="267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1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96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8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0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9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8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7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9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2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CC33E-FD46-40D8-9244-16BE46A013B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DEDC4-4646-4D9E-97CB-BCA06AADC2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0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48140" y="0"/>
            <a:ext cx="1058848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ICT1442 – FIBER OPTICAL TECHNOLOGY  –	</a:t>
            </a:r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SOURCES AND </a:t>
            </a:r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DETECTORS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4000" b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ICT</a:t>
            </a:r>
          </a:p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Education, Humanity </a:t>
            </a:r>
          </a:p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Social Sciences </a:t>
            </a:r>
          </a:p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EDEN UNIVERSITY</a:t>
            </a:r>
          </a:p>
        </p:txBody>
      </p:sp>
    </p:spTree>
    <p:extLst>
      <p:ext uri="{BB962C8B-B14F-4D97-AF65-F5344CB8AC3E}">
        <p14:creationId xmlns:p14="http://schemas.microsoft.com/office/powerpoint/2010/main" val="609616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9358" y="422045"/>
            <a:ext cx="10734260" cy="6329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TOPIC 4</a:t>
            </a:r>
          </a:p>
          <a:p>
            <a:pPr lvl="0" algn="ctr">
              <a:lnSpc>
                <a:spcPct val="150000"/>
              </a:lnSpc>
              <a:spcAft>
                <a:spcPts val="800"/>
              </a:spcAft>
            </a:pP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Optical </a:t>
            </a:r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Sources and </a:t>
            </a:r>
            <a:r>
              <a:rPr lang="en-US" sz="4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Detectors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sources: LEDs and lasers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Photodetectors: PIN diodes and APDs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characteristics and selection criteria</a:t>
            </a:r>
          </a:p>
          <a:p>
            <a:pPr lvl="0" algn="ctr">
              <a:lnSpc>
                <a:spcPct val="150000"/>
              </a:lnSpc>
              <a:spcAft>
                <a:spcPts val="800"/>
              </a:spcAft>
            </a:pPr>
            <a:endParaRPr lang="en-US" sz="48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22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91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and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Detectors -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9112"/>
            <a:ext cx="10515600" cy="61688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fiber optics technology, the efficiency and effectiveness of data transmission rely heavily on the quality of optical sources and detectors.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sources convert electrical signals into light signals that travel through optical fibers, while optical detectors convert the received light signals back into electrical signals for processing.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in these systems are light sources, such as LEDs and lasers, and photodetectors, such as PIN diodes and APDs.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roles of these components and how they function is crucial for the design and optimization of fiber optic communication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2146601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236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2364"/>
            <a:ext cx="10515600" cy="6155635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 in optical communication systems are responsible for converting electrical signals into optical signals that can be transmitted through optical fibers.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most commonly used light sources are Light Emitting Diodes (LEDs) and Lasers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Light emitting diode hi-res stock photography and images - Alam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C:\Users\Uncle Ryan\OneDrive\Pictures\download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443" y="2888974"/>
            <a:ext cx="3604592" cy="369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278" y="2888973"/>
            <a:ext cx="2932044" cy="3969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565" y="2888972"/>
            <a:ext cx="2955235" cy="39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97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8"/>
            <a:ext cx="10515600" cy="620864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Emitting Diodes (LEDs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- Principle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Operation: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LEDs generate light through the process of electroluminescence.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forward bias is applied to the semiconductor junction, electrons and holes recombine, releasing energy in the form of photons (light).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 light over a broad spectrum, usually in the range of 850 nm to 1300 nm.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Power: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lower optical power compared to lasers, typically in the range of a few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milliwatts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5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slower response times, making them suitable for low to moderate data rate applications (up to a few hundred Mbps).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cost-effective and easy to manufacture, making them ideal for short-distance and cost-sensitive applications.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Networks (LANs):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commonly used in short-distance optical communication systems such as LANs, where cost-effectiveness and moderate data rates are prioritized.</a:t>
            </a:r>
          </a:p>
        </p:txBody>
      </p:sp>
    </p:spTree>
    <p:extLst>
      <p:ext uri="{BB962C8B-B14F-4D97-AF65-F5344CB8AC3E}">
        <p14:creationId xmlns:p14="http://schemas.microsoft.com/office/powerpoint/2010/main" val="175256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61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6102"/>
            <a:ext cx="10515600" cy="622189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– Principle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Operation: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Lasers generate light through the process of stimulated emission.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semiconductor material is excited by an electrical current, it produces a coherent and monochromatic beam of light.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 light at specific wavelengths, typically in the range of 1310 nm to 1550 nm, which are optimal for long-distance transmission in optical fibers.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Power: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produce high optical power, often ranging from a few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milliwatts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several watts, depending on the type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236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 Cont.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2365"/>
            <a:ext cx="10515600" cy="6155634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fast response times, making them suitable for high-speed data transmission (up to several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more expensive and complex to manufacture, making them suitable for long-distance and high-performance applications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13263"/>
            <a:ext cx="3269974" cy="34447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175" y="3413263"/>
            <a:ext cx="3264590" cy="34447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766" y="3413263"/>
            <a:ext cx="3301033" cy="344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7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Networks: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widely used in long-haul telecommunication networks where high data rates and long transmission distances are required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Undersea Communication Cables: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in undersea fiber optic cables where long-distance, high-capacity communication links are required, such as those connecting continents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94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Fiber Optics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to convert incoming light signals back into electrical signals.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types of photodetectors used in fiber optics are PIN diodes and Avalanche Photodiodes (APDs).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PIN diode consists of an intrinsic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undoped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semiconductor layer between a p-type and an n-type semiconductor.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photons hit the intrinsic layer, electron-hole pairs are generated, resulting in a current flow that represents the optical signal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22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95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in Fiber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Optics Cont.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087" y="3916845"/>
            <a:ext cx="4727714" cy="2941154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27" y="3916844"/>
            <a:ext cx="4564338" cy="29411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239" y="953949"/>
            <a:ext cx="3650561" cy="29628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05" y="1034910"/>
            <a:ext cx="3321534" cy="28819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5874"/>
            <a:ext cx="3366878" cy="280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in Fiber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offer moderate responsivity, meaning they effectively convert incident light into electrical current.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have high-speed response capabilities, making them suitable for high-data-rate applications.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low noise characteristics, which is beneficial for maintaining signal integrity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are relatively inexpensive and are commonly used in a wide range of fiber optic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17360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in Fiber Optics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Receivers in Fiber Optic Links: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are widely used in optical receivers for high-speed data communication in fiber optic networks, including both metro and access networks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Avalanche Photodiodes (APDs)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APDs function similarly to PIN diodes but include an internal gain mechanism.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photons generate electron-hole pairs, the electrons are accelerated by a strong electric field, causing a cascade of secondary electron-hole pair creation, which amplifies the photocurrent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30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in Fiber Optics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higher responsivity due to their internal gain, making them sensitive to low-level optical signals.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also fast, suitable for high-speed communications, but with enhanced sensitivity compared to PIN diodes.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higher noise levels due to the avalanche multiplication process, which can affect the signal-to-noise ratio.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more expensive and require precise control over operating conditions, such as temperature and bias voltage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84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5057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0574"/>
            <a:ext cx="10515600" cy="64074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 Optical Communication Systems: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 in long-haul optical communication systems, where signal strength may be low after traveling long distances, and high sensitivity is required for accurate signal detection.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PIN" in PIN diodes stands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P-type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positively doped semiconductor region where holes are the majority carriers.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(I)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undoped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(pure) semiconductor region sandwiched between the P-type and N-type regions.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N-type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This is the negatively doped semiconductor region where electrons are the majority carriers.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877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236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Characteristics &amp;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2364"/>
            <a:ext cx="10515600" cy="615563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optical source and detector depends on various performance characteristics and the specific requirements of the fiber optic communication system.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Light Sources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affects how light propagates through the fiber, with certain wavelengths experiencing less attenuation and dispersion.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 communications, 1310 nm and 1550 nm are typically used.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Power: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power is necessary for long-distance communication to compensate for attenuation in the fiber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179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45057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Characteristics &amp; Selection Criteria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0574"/>
            <a:ext cx="10515600" cy="640742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 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required data transmission speed will dictate whether an LED or a laser is more appropriate.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Lasers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preferred for high-speed applications.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narrow spectral width reduces chromatic dispersion in the fiber, making lasers more suitable for long-distance communication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Characteristics of Photodetectors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responsivity is critical for detecting low-power signals, which is essential in long-distance communication systems.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detectors are required for systems with high data rate demands.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427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911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Characteristics &amp; Selection Criteria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9112"/>
            <a:ext cx="10515600" cy="6168887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is important for maintaining signal quality, particularly in systems with low optical power.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Voltage: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voltage reduces power consumption and may simplify the design of the overall system.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Requirements: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short-distance, low-cost systems, such as local area networks, LEDs and PIN diodes are often sufficient.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high-performance, long-distance systems, lasers and APDs are preferred due to their superior performance characteristics.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526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2364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Characteristics &amp; Selection Criteria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2364"/>
            <a:ext cx="10515600" cy="6155635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Considerations: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available for the system will influence the choice of components.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LEDs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PIN diodes are more cost-effective, while lasers and APDs provide better performance but at a higher cost.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Factors: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environment, as some components may require temperature stabilization or protection from environmental conditions, adding to the overall cost and complexity.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 of optical sources and detectors in fiber optics technology depends on a balance between performance, cost, and application-specific requirements. </a:t>
            </a:r>
          </a:p>
        </p:txBody>
      </p:sp>
    </p:spTree>
    <p:extLst>
      <p:ext uri="{BB962C8B-B14F-4D97-AF65-F5344CB8AC3E}">
        <p14:creationId xmlns:p14="http://schemas.microsoft.com/office/powerpoint/2010/main" val="13282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1389</Words>
  <Application>Microsoft Office PowerPoint</Application>
  <PresentationFormat>Widescreen</PresentationFormat>
  <Paragraphs>135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 Optical Sources and Detectors - Introduction </vt:lpstr>
      <vt:lpstr>Light Sources</vt:lpstr>
      <vt:lpstr>Light Sources Cont.</vt:lpstr>
      <vt:lpstr>Light Sources Cont.</vt:lpstr>
      <vt:lpstr>Light Sources Cont.</vt:lpstr>
      <vt:lpstr>Light Sources Cont.</vt:lpstr>
      <vt:lpstr>Light Sources Cont.</vt:lpstr>
      <vt:lpstr> Photodetectors in Fiber Optics </vt:lpstr>
      <vt:lpstr> Photodetectors in Fiber Optics Cont. </vt:lpstr>
      <vt:lpstr>Photodetectors in Fiber Optics Cont.</vt:lpstr>
      <vt:lpstr>Photodetectors in Fiber Optics Cont.</vt:lpstr>
      <vt:lpstr>Photodetectors in Fiber Optics Cont.</vt:lpstr>
      <vt:lpstr>Photodetectors Cont.</vt:lpstr>
      <vt:lpstr>Performance Characteristics &amp; Selection Criteria</vt:lpstr>
      <vt:lpstr>Performance Characteristics &amp; Selection Criteria</vt:lpstr>
      <vt:lpstr>Performance Characteristics &amp; Selection Criteria</vt:lpstr>
      <vt:lpstr>Performance Characteristics &amp; Selection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Uncle Ryan</dc:creator>
  <cp:lastModifiedBy>Tanaka Gabriel Machakaire</cp:lastModifiedBy>
  <cp:revision>55</cp:revision>
  <dcterms:created xsi:type="dcterms:W3CDTF">2024-08-15T12:06:03Z</dcterms:created>
  <dcterms:modified xsi:type="dcterms:W3CDTF">2025-08-04T12:16:04Z</dcterms:modified>
</cp:coreProperties>
</file>